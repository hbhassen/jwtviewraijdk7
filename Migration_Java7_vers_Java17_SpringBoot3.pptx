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Bonjour à tous, aujourd’hui je vais vous montrer comment l’IA peut être utilisée pour migrer une application legacy vers une stack moderne.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Notre point de départ est une application obsolète basée sur Java 7 et Spring Boot 1.5 avec des APIs JWT.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L’objectif est de migrer vers une stack moderne tout en conservant le fonctionnel existant.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L’IA agit comme un accélérateur en prenant en charge les tâches répétitives et techniques.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développeur reste au cœur de la décision et garantit la qualité du résultat.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 accent particulier a été mis sur la sécurité et la qualité du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couverture de test garantit la non-régression pendant et après la migration.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L’IA est un outil puissant mais l’expertise humaine reste indispensable.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&amp; Contexte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Présentation de l'objectif</a:t>
            </a:r>
          </a:p>
          <a:p>
            <a:r>
              <a:t>• IA + Migration applicative</a:t>
            </a:r>
          </a:p>
          <a:p>
            <a:r>
              <a:t>• Collaboration IA &amp; Développeur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 Legacy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Java 7</a:t>
            </a:r>
          </a:p>
          <a:p>
            <a:r>
              <a:t>• Spring Boot 1.5.22</a:t>
            </a:r>
          </a:p>
          <a:p>
            <a:r>
              <a:t>• jjwt 0.9.1</a:t>
            </a:r>
          </a:p>
          <a:p>
            <a:r>
              <a:t>• Deux APIs REST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 de la Migration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Java 17</a:t>
            </a:r>
          </a:p>
          <a:p>
            <a:r>
              <a:t>• Spring Boot 3.5.6</a:t>
            </a:r>
          </a:p>
          <a:p>
            <a:r>
              <a:t>• Sécurité &amp; Performance</a:t>
            </a:r>
          </a:p>
          <a:p>
            <a:r>
              <a:t>• Qualité &amp; Tests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Rôle de l’IA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Migration automatique du code</a:t>
            </a:r>
          </a:p>
          <a:p>
            <a:r>
              <a:t>• Mise à jour des dépendances</a:t>
            </a:r>
          </a:p>
          <a:p>
            <a:r>
              <a:t>• Génération des tests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Responsabilité du Développeur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Expertise requise</a:t>
            </a:r>
          </a:p>
          <a:p>
            <a:r>
              <a:t>• Rédaction du prompt</a:t>
            </a:r>
          </a:p>
          <a:p>
            <a:r>
              <a:t>• Validation des choix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Sécurité &amp; Qualité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Validation des entrées</a:t>
            </a:r>
          </a:p>
          <a:p>
            <a:r>
              <a:t>• Logs sécurisés</a:t>
            </a:r>
          </a:p>
          <a:p>
            <a:r>
              <a:t>• Architecture propre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Tests &amp; Couverture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Tests unitaires</a:t>
            </a:r>
          </a:p>
          <a:p>
            <a:r>
              <a:t>• Tests d'intégration</a:t>
            </a:r>
          </a:p>
          <a:p>
            <a:r>
              <a:t>• JaCoCo 70%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Modernisation</a:t>
            </a:r>
          </a:p>
          <a:p>
            <a:r>
              <a:t>• Sécurité</a:t>
            </a:r>
          </a:p>
          <a:p>
            <a:r>
              <a:t>• Performance</a:t>
            </a:r>
          </a:p>
          <a:p>
            <a:r>
              <a:t>• Collaboration IA &amp; Expert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